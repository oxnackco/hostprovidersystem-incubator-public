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jpeg" ContentType="image/jpeg"/>
  <Override PartName="/ppt/media/image4.jpeg" ContentType="image/jpe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660960" y="1323000"/>
            <a:ext cx="8745120" cy="37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88C821-E7F9-455F-9E0B-42B991E885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60960" y="1323000"/>
            <a:ext cx="8745120" cy="37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B81145-9301-4F42-B50C-59FDB7F913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1100"/>
          <p:cNvSpPr/>
          <p:nvPr/>
        </p:nvSpPr>
        <p:spPr>
          <a:xfrm>
            <a:off x="2880" y="360"/>
            <a:ext cx="10074240" cy="5669280"/>
          </a:xfrm>
          <a:custGeom>
            <a:avLst/>
            <a:gdLst>
              <a:gd name="textAreaLeft" fmla="*/ 0 w 10074240"/>
              <a:gd name="textAreaRight" fmla="*/ 10074960 w 10074240"/>
              <a:gd name="textAreaTop" fmla="*/ 0 h 5669280"/>
              <a:gd name="textAreaBottom" fmla="*/ 5670000 h 5669280"/>
            </a:gdLst>
            <a:ahLst/>
            <a:rect l="textAreaLeft" t="textAreaTop" r="textAreaRight" b="textAreaBottom"/>
            <a:pathLst>
              <a:path stroke="0" w="43174" h="4320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" name="Shape 1103"/>
          <p:cNvSpPr/>
          <p:nvPr/>
        </p:nvSpPr>
        <p:spPr>
          <a:xfrm>
            <a:off x="151560" y="84240"/>
            <a:ext cx="6440040" cy="4842720"/>
          </a:xfrm>
          <a:custGeom>
            <a:avLst/>
            <a:gdLst>
              <a:gd name="textAreaLeft" fmla="*/ 0 w 6440040"/>
              <a:gd name="textAreaRight" fmla="*/ 6440760 w 6440040"/>
              <a:gd name="textAreaTop" fmla="*/ 0 h 4842720"/>
              <a:gd name="textAreaBottom" fmla="*/ 4843440 h 484272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2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" name="Shape 1104"/>
          <p:cNvSpPr/>
          <p:nvPr/>
        </p:nvSpPr>
        <p:spPr>
          <a:xfrm>
            <a:off x="202680" y="107640"/>
            <a:ext cx="6292080" cy="4731840"/>
          </a:xfrm>
          <a:custGeom>
            <a:avLst/>
            <a:gdLst>
              <a:gd name="textAreaLeft" fmla="*/ 0 w 6292080"/>
              <a:gd name="textAreaRight" fmla="*/ 6292800 w 6292080"/>
              <a:gd name="textAreaTop" fmla="*/ 0 h 4731840"/>
              <a:gd name="textAreaBottom" fmla="*/ 4732560 h 473184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" name="Shape 1105"/>
          <p:cNvSpPr/>
          <p:nvPr/>
        </p:nvSpPr>
        <p:spPr>
          <a:xfrm>
            <a:off x="253440" y="131400"/>
            <a:ext cx="6144120" cy="4620240"/>
          </a:xfrm>
          <a:custGeom>
            <a:avLst/>
            <a:gdLst>
              <a:gd name="textAreaLeft" fmla="*/ 0 w 6144120"/>
              <a:gd name="textAreaRight" fmla="*/ 6144840 w 6144120"/>
              <a:gd name="textAreaTop" fmla="*/ 0 h 4620240"/>
              <a:gd name="textAreaBottom" fmla="*/ 4620960 h 462024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" name="Shape 1106"/>
          <p:cNvSpPr/>
          <p:nvPr/>
        </p:nvSpPr>
        <p:spPr>
          <a:xfrm>
            <a:off x="304200" y="155160"/>
            <a:ext cx="5996160" cy="4509360"/>
          </a:xfrm>
          <a:custGeom>
            <a:avLst/>
            <a:gdLst>
              <a:gd name="textAreaLeft" fmla="*/ 0 w 5996160"/>
              <a:gd name="textAreaRight" fmla="*/ 5996880 w 5996160"/>
              <a:gd name="textAreaTop" fmla="*/ 0 h 4509360"/>
              <a:gd name="textAreaBottom" fmla="*/ 4510080 h 450936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" name="Shape 1107"/>
          <p:cNvSpPr/>
          <p:nvPr/>
        </p:nvSpPr>
        <p:spPr>
          <a:xfrm>
            <a:off x="355320" y="178920"/>
            <a:ext cx="5848560" cy="4398120"/>
          </a:xfrm>
          <a:custGeom>
            <a:avLst/>
            <a:gdLst>
              <a:gd name="textAreaLeft" fmla="*/ 0 w 5848560"/>
              <a:gd name="textAreaRight" fmla="*/ 5849280 w 5848560"/>
              <a:gd name="textAreaTop" fmla="*/ 0 h 4398120"/>
              <a:gd name="textAreaBottom" fmla="*/ 4398840 h 43981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8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" name="Shape 1108"/>
          <p:cNvSpPr/>
          <p:nvPr/>
        </p:nvSpPr>
        <p:spPr>
          <a:xfrm>
            <a:off x="406440" y="202680"/>
            <a:ext cx="5700240" cy="4286880"/>
          </a:xfrm>
          <a:custGeom>
            <a:avLst/>
            <a:gdLst>
              <a:gd name="textAreaLeft" fmla="*/ 0 w 5700240"/>
              <a:gd name="textAreaRight" fmla="*/ 5700960 w 5700240"/>
              <a:gd name="textAreaTop" fmla="*/ 0 h 4286880"/>
              <a:gd name="textAreaBottom" fmla="*/ 4287600 h 428688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" name="Shape 1109"/>
          <p:cNvSpPr/>
          <p:nvPr/>
        </p:nvSpPr>
        <p:spPr>
          <a:xfrm>
            <a:off x="457200" y="226440"/>
            <a:ext cx="5552280" cy="4175640"/>
          </a:xfrm>
          <a:custGeom>
            <a:avLst/>
            <a:gdLst>
              <a:gd name="textAreaLeft" fmla="*/ 0 w 5552280"/>
              <a:gd name="textAreaRight" fmla="*/ 5553000 w 5552280"/>
              <a:gd name="textAreaTop" fmla="*/ 0 h 4175640"/>
              <a:gd name="textAreaBottom" fmla="*/ 4176360 h 417564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" name="Shape 1110"/>
          <p:cNvSpPr/>
          <p:nvPr/>
        </p:nvSpPr>
        <p:spPr>
          <a:xfrm>
            <a:off x="507960" y="250200"/>
            <a:ext cx="5404680" cy="4064400"/>
          </a:xfrm>
          <a:custGeom>
            <a:avLst/>
            <a:gdLst>
              <a:gd name="textAreaLeft" fmla="*/ 0 w 5404680"/>
              <a:gd name="textAreaRight" fmla="*/ 5405400 w 5404680"/>
              <a:gd name="textAreaTop" fmla="*/ 0 h 4064400"/>
              <a:gd name="textAreaBottom" fmla="*/ 4065120 h 406440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3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" name="Shape 1111"/>
          <p:cNvSpPr/>
          <p:nvPr/>
        </p:nvSpPr>
        <p:spPr>
          <a:xfrm>
            <a:off x="559080" y="273960"/>
            <a:ext cx="5256720" cy="3953160"/>
          </a:xfrm>
          <a:custGeom>
            <a:avLst/>
            <a:gdLst>
              <a:gd name="textAreaLeft" fmla="*/ 0 w 5256720"/>
              <a:gd name="textAreaRight" fmla="*/ 5257440 w 5256720"/>
              <a:gd name="textAreaTop" fmla="*/ 0 h 3953160"/>
              <a:gd name="textAreaBottom" fmla="*/ 3953880 h 395316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" name="Shape 1112"/>
          <p:cNvSpPr/>
          <p:nvPr/>
        </p:nvSpPr>
        <p:spPr>
          <a:xfrm>
            <a:off x="609840" y="297720"/>
            <a:ext cx="5108760" cy="3841560"/>
          </a:xfrm>
          <a:custGeom>
            <a:avLst/>
            <a:gdLst>
              <a:gd name="textAreaLeft" fmla="*/ 0 w 5108760"/>
              <a:gd name="textAreaRight" fmla="*/ 5109480 w 5108760"/>
              <a:gd name="textAreaTop" fmla="*/ 0 h 3841560"/>
              <a:gd name="textAreaBottom" fmla="*/ 3842280 h 384156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6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" name="Shape 1113"/>
          <p:cNvSpPr/>
          <p:nvPr/>
        </p:nvSpPr>
        <p:spPr>
          <a:xfrm>
            <a:off x="660960" y="321480"/>
            <a:ext cx="4960800" cy="3730320"/>
          </a:xfrm>
          <a:custGeom>
            <a:avLst/>
            <a:gdLst>
              <a:gd name="textAreaLeft" fmla="*/ 0 w 4960800"/>
              <a:gd name="textAreaRight" fmla="*/ 4961520 w 4960800"/>
              <a:gd name="textAreaTop" fmla="*/ 0 h 3730320"/>
              <a:gd name="textAreaBottom" fmla="*/ 3731040 h 37303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8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2" name="Shape 1114"/>
          <p:cNvSpPr/>
          <p:nvPr/>
        </p:nvSpPr>
        <p:spPr>
          <a:xfrm>
            <a:off x="711720" y="344880"/>
            <a:ext cx="4812840" cy="3619080"/>
          </a:xfrm>
          <a:custGeom>
            <a:avLst/>
            <a:gdLst>
              <a:gd name="textAreaLeft" fmla="*/ 0 w 4812840"/>
              <a:gd name="textAreaRight" fmla="*/ 4813560 w 4812840"/>
              <a:gd name="textAreaTop" fmla="*/ 0 h 3619080"/>
              <a:gd name="textAreaBottom" fmla="*/ 3619800 h 361908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3" name="Shape 1115"/>
          <p:cNvSpPr/>
          <p:nvPr/>
        </p:nvSpPr>
        <p:spPr>
          <a:xfrm>
            <a:off x="762840" y="368640"/>
            <a:ext cx="4664880" cy="3508200"/>
          </a:xfrm>
          <a:custGeom>
            <a:avLst/>
            <a:gdLst>
              <a:gd name="textAreaLeft" fmla="*/ 0 w 4664880"/>
              <a:gd name="textAreaRight" fmla="*/ 4665600 w 4664880"/>
              <a:gd name="textAreaTop" fmla="*/ 0 h 3508200"/>
              <a:gd name="textAreaBottom" fmla="*/ 3508920 h 350820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4" name="Shape 1116"/>
          <p:cNvSpPr/>
          <p:nvPr/>
        </p:nvSpPr>
        <p:spPr>
          <a:xfrm>
            <a:off x="813600" y="392400"/>
            <a:ext cx="4516920" cy="3396600"/>
          </a:xfrm>
          <a:custGeom>
            <a:avLst/>
            <a:gdLst>
              <a:gd name="textAreaLeft" fmla="*/ 0 w 4516920"/>
              <a:gd name="textAreaRight" fmla="*/ 4517640 w 4516920"/>
              <a:gd name="textAreaTop" fmla="*/ 0 h 3396600"/>
              <a:gd name="textAreaBottom" fmla="*/ 3397320 h 339660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5" name="Shape 1117"/>
          <p:cNvSpPr/>
          <p:nvPr/>
        </p:nvSpPr>
        <p:spPr>
          <a:xfrm>
            <a:off x="864720" y="416160"/>
            <a:ext cx="4368960" cy="3285720"/>
          </a:xfrm>
          <a:custGeom>
            <a:avLst/>
            <a:gdLst>
              <a:gd name="textAreaLeft" fmla="*/ 0 w 4368960"/>
              <a:gd name="textAreaRight" fmla="*/ 4369680 w 4368960"/>
              <a:gd name="textAreaTop" fmla="*/ 0 h 3285720"/>
              <a:gd name="textAreaBottom" fmla="*/ 3286440 h 32857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4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6" name="Shape 1118"/>
          <p:cNvSpPr/>
          <p:nvPr/>
        </p:nvSpPr>
        <p:spPr>
          <a:xfrm>
            <a:off x="915840" y="439920"/>
            <a:ext cx="4221000" cy="3174120"/>
          </a:xfrm>
          <a:custGeom>
            <a:avLst/>
            <a:gdLst>
              <a:gd name="textAreaLeft" fmla="*/ 0 w 4221000"/>
              <a:gd name="textAreaRight" fmla="*/ 4221720 w 4221000"/>
              <a:gd name="textAreaTop" fmla="*/ 0 h 3174120"/>
              <a:gd name="textAreaBottom" fmla="*/ 3174840 h 31741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7" name="Shape 1119"/>
          <p:cNvSpPr/>
          <p:nvPr/>
        </p:nvSpPr>
        <p:spPr>
          <a:xfrm>
            <a:off x="966600" y="463680"/>
            <a:ext cx="4073040" cy="3062880"/>
          </a:xfrm>
          <a:custGeom>
            <a:avLst/>
            <a:gdLst>
              <a:gd name="textAreaLeft" fmla="*/ 0 w 4073040"/>
              <a:gd name="textAreaRight" fmla="*/ 4073760 w 4073040"/>
              <a:gd name="textAreaTop" fmla="*/ 0 h 3062880"/>
              <a:gd name="textAreaBottom" fmla="*/ 3063600 h 306288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8" name="Shape 1120"/>
          <p:cNvSpPr/>
          <p:nvPr/>
        </p:nvSpPr>
        <p:spPr>
          <a:xfrm>
            <a:off x="1672920" y="4203000"/>
            <a:ext cx="976680" cy="734400"/>
          </a:xfrm>
          <a:custGeom>
            <a:avLst/>
            <a:gdLst>
              <a:gd name="textAreaLeft" fmla="*/ 0 w 976680"/>
              <a:gd name="textAreaRight" fmla="*/ 977400 w 976680"/>
              <a:gd name="textAreaTop" fmla="*/ 0 h 734400"/>
              <a:gd name="textAreaBottom" fmla="*/ 735120 h 73440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2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9" name="Shape 1121"/>
          <p:cNvSpPr/>
          <p:nvPr/>
        </p:nvSpPr>
        <p:spPr>
          <a:xfrm>
            <a:off x="2357280" y="3733920"/>
            <a:ext cx="1544760" cy="1161360"/>
          </a:xfrm>
          <a:custGeom>
            <a:avLst/>
            <a:gdLst>
              <a:gd name="textAreaLeft" fmla="*/ 0 w 1544760"/>
              <a:gd name="textAreaRight" fmla="*/ 1545480 w 1544760"/>
              <a:gd name="textAreaTop" fmla="*/ 0 h 1161360"/>
              <a:gd name="textAreaBottom" fmla="*/ 1162080 h 1161360"/>
            </a:gdLst>
            <a:ahLst/>
            <a:rect l="textAreaLeft" t="textAreaTop" r="textAreaRight" b="textAreaBottom"/>
            <a:pathLst>
              <a:path stroke="0" w="43200" h="4320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0" name="Shape 1124"/>
          <p:cNvSpPr/>
          <p:nvPr/>
        </p:nvSpPr>
        <p:spPr>
          <a:xfrm>
            <a:off x="2511720" y="3686040"/>
            <a:ext cx="690480" cy="519120"/>
          </a:xfrm>
          <a:custGeom>
            <a:avLst/>
            <a:gdLst>
              <a:gd name="textAreaLeft" fmla="*/ 0 w 690480"/>
              <a:gd name="textAreaRight" fmla="*/ 691200 w 690480"/>
              <a:gd name="textAreaTop" fmla="*/ 0 h 519120"/>
              <a:gd name="textAreaBottom" fmla="*/ 519840 h 51912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1" name="Shape 1125"/>
          <p:cNvSpPr/>
          <p:nvPr/>
        </p:nvSpPr>
        <p:spPr>
          <a:xfrm>
            <a:off x="840240" y="3814200"/>
            <a:ext cx="566280" cy="425520"/>
          </a:xfrm>
          <a:custGeom>
            <a:avLst/>
            <a:gdLst>
              <a:gd name="textAreaLeft" fmla="*/ 0 w 566280"/>
              <a:gd name="textAreaRight" fmla="*/ 567000 w 566280"/>
              <a:gd name="textAreaTop" fmla="*/ 0 h 425520"/>
              <a:gd name="textAreaBottom" fmla="*/ 426240 h 425520"/>
            </a:gdLst>
            <a:ahLst/>
            <a:rect l="textAreaLeft" t="textAreaTop" r="textAreaRight" b="textAreaBottom"/>
            <a:pathLst>
              <a:path stroke="0" w="43200" h="4320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2" name="Shape 1138"/>
          <p:cNvSpPr/>
          <p:nvPr/>
        </p:nvSpPr>
        <p:spPr>
          <a:xfrm>
            <a:off x="1911240" y="3615840"/>
            <a:ext cx="657720" cy="494640"/>
          </a:xfrm>
          <a:custGeom>
            <a:avLst/>
            <a:gdLst>
              <a:gd name="textAreaLeft" fmla="*/ 0 w 657720"/>
              <a:gd name="textAreaRight" fmla="*/ 658440 w 657720"/>
              <a:gd name="textAreaTop" fmla="*/ 0 h 494640"/>
              <a:gd name="textAreaBottom" fmla="*/ 495360 h 49464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" name="Shape 1139"/>
          <p:cNvSpPr/>
          <p:nvPr/>
        </p:nvSpPr>
        <p:spPr>
          <a:xfrm>
            <a:off x="1362960" y="3910320"/>
            <a:ext cx="623880" cy="469080"/>
          </a:xfrm>
          <a:custGeom>
            <a:avLst/>
            <a:gdLst>
              <a:gd name="textAreaLeft" fmla="*/ 0 w 623880"/>
              <a:gd name="textAreaRight" fmla="*/ 624600 w 623880"/>
              <a:gd name="textAreaTop" fmla="*/ 0 h 469080"/>
              <a:gd name="textAreaBottom" fmla="*/ 469800 h 469080"/>
            </a:gdLst>
            <a:ahLst/>
            <a:rect l="textAreaLeft" t="textAreaTop" r="textAreaRight" b="textAreaBottom"/>
            <a:pathLst>
              <a:path stroke="0" w="43200" h="4320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4" name="Shape 1140"/>
          <p:cNvSpPr/>
          <p:nvPr/>
        </p:nvSpPr>
        <p:spPr>
          <a:xfrm>
            <a:off x="1245600" y="4454280"/>
            <a:ext cx="622080" cy="467640"/>
          </a:xfrm>
          <a:custGeom>
            <a:avLst/>
            <a:gdLst>
              <a:gd name="textAreaLeft" fmla="*/ 0 w 622080"/>
              <a:gd name="textAreaRight" fmla="*/ 622800 w 622080"/>
              <a:gd name="textAreaTop" fmla="*/ 0 h 467640"/>
              <a:gd name="textAreaBottom" fmla="*/ 468360 h 467640"/>
            </a:gdLst>
            <a:ahLst/>
            <a:rect l="textAreaLeft" t="textAreaTop" r="textAreaRight" b="textAreaBottom"/>
            <a:pathLst>
              <a:path stroke="0" w="43200" h="4320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3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5" name="Shape 1141"/>
          <p:cNvSpPr/>
          <p:nvPr/>
        </p:nvSpPr>
        <p:spPr>
          <a:xfrm>
            <a:off x="1959840" y="4841280"/>
            <a:ext cx="738000" cy="554760"/>
          </a:xfrm>
          <a:custGeom>
            <a:avLst/>
            <a:gdLst>
              <a:gd name="textAreaLeft" fmla="*/ 0 w 738000"/>
              <a:gd name="textAreaRight" fmla="*/ 738720 w 738000"/>
              <a:gd name="textAreaTop" fmla="*/ 0 h 554760"/>
              <a:gd name="textAreaBottom" fmla="*/ 555480 h 55476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6" name="Shape 1142"/>
          <p:cNvSpPr/>
          <p:nvPr/>
        </p:nvSpPr>
        <p:spPr>
          <a:xfrm>
            <a:off x="1853640" y="5163120"/>
            <a:ext cx="568440" cy="427320"/>
          </a:xfrm>
          <a:custGeom>
            <a:avLst/>
            <a:gdLst>
              <a:gd name="textAreaLeft" fmla="*/ 0 w 568440"/>
              <a:gd name="textAreaRight" fmla="*/ 569160 w 568440"/>
              <a:gd name="textAreaTop" fmla="*/ 0 h 427320"/>
              <a:gd name="textAreaBottom" fmla="*/ 428040 h 427320"/>
            </a:gdLst>
            <a:ahLst/>
            <a:rect l="textAreaLeft" t="textAreaTop" r="textAreaRight" b="textAreaBottom"/>
            <a:pathLst>
              <a:path stroke="0" w="43200" h="4320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7" name="Shape 1143"/>
          <p:cNvSpPr/>
          <p:nvPr/>
        </p:nvSpPr>
        <p:spPr>
          <a:xfrm>
            <a:off x="2973960" y="4932000"/>
            <a:ext cx="599760" cy="451080"/>
          </a:xfrm>
          <a:custGeom>
            <a:avLst/>
            <a:gdLst>
              <a:gd name="textAreaLeft" fmla="*/ 0 w 599760"/>
              <a:gd name="textAreaRight" fmla="*/ 600480 w 599760"/>
              <a:gd name="textAreaTop" fmla="*/ 0 h 451080"/>
              <a:gd name="textAreaBottom" fmla="*/ 451800 h 451080"/>
            </a:gdLst>
            <a:ahLst/>
            <a:rect l="textAreaLeft" t="textAreaTop" r="textAreaRight" b="textAreaBottom"/>
            <a:pathLst>
              <a:path stroke="0" w="43200" h="4320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8" name="Shape 1144"/>
          <p:cNvSpPr/>
          <p:nvPr/>
        </p:nvSpPr>
        <p:spPr>
          <a:xfrm>
            <a:off x="2511720" y="4612680"/>
            <a:ext cx="807840" cy="607320"/>
          </a:xfrm>
          <a:custGeom>
            <a:avLst/>
            <a:gdLst>
              <a:gd name="textAreaLeft" fmla="*/ 0 w 807840"/>
              <a:gd name="textAreaRight" fmla="*/ 808560 w 807840"/>
              <a:gd name="textAreaTop" fmla="*/ 0 h 607320"/>
              <a:gd name="textAreaBottom" fmla="*/ 608040 h 607320"/>
            </a:gdLst>
            <a:ahLst/>
            <a:rect l="textAreaLeft" t="textAreaTop" r="textAreaRight" b="textAreaBottom"/>
            <a:pathLst>
              <a:path stroke="0" w="43200" h="4320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9" name="Shape 1147"/>
          <p:cNvSpPr/>
          <p:nvPr/>
        </p:nvSpPr>
        <p:spPr>
          <a:xfrm>
            <a:off x="2157840" y="30600"/>
            <a:ext cx="621360" cy="467280"/>
          </a:xfrm>
          <a:custGeom>
            <a:avLst/>
            <a:gdLst>
              <a:gd name="textAreaLeft" fmla="*/ 0 w 621360"/>
              <a:gd name="textAreaRight" fmla="*/ 622080 w 621360"/>
              <a:gd name="textAreaTop" fmla="*/ 0 h 467280"/>
              <a:gd name="textAreaBottom" fmla="*/ 468000 h 46728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0" name="Shape 1148"/>
          <p:cNvSpPr/>
          <p:nvPr/>
        </p:nvSpPr>
        <p:spPr>
          <a:xfrm>
            <a:off x="1878840" y="29520"/>
            <a:ext cx="618480" cy="464760"/>
          </a:xfrm>
          <a:custGeom>
            <a:avLst/>
            <a:gdLst>
              <a:gd name="textAreaLeft" fmla="*/ 0 w 618480"/>
              <a:gd name="textAreaRight" fmla="*/ 619200 w 618480"/>
              <a:gd name="textAreaTop" fmla="*/ 0 h 464760"/>
              <a:gd name="textAreaBottom" fmla="*/ 465480 h 464760"/>
            </a:gdLst>
            <a:ahLst/>
            <a:rect l="textAreaLeft" t="textAreaTop" r="textAreaRight" b="textAreaBottom"/>
            <a:pathLst>
              <a:path stroke="0" w="43200" h="4320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1" name="Shape 1058"/>
          <p:cNvSpPr/>
          <p:nvPr/>
        </p:nvSpPr>
        <p:spPr>
          <a:xfrm>
            <a:off x="6797520" y="0"/>
            <a:ext cx="3282840" cy="5669280"/>
          </a:xfrm>
          <a:custGeom>
            <a:avLst/>
            <a:gdLst>
              <a:gd name="textAreaLeft" fmla="*/ 0 w 3282840"/>
              <a:gd name="textAreaRight" fmla="*/ 3283560 w 3282840"/>
              <a:gd name="textAreaTop" fmla="*/ 0 h 5669280"/>
              <a:gd name="textAreaBottom" fmla="*/ 5670000 h 5669280"/>
            </a:gdLst>
            <a:ahLst/>
            <a:rect l="textAreaLeft" t="textAreaTop" r="textAreaRight" b="textAreaBottom"/>
            <a:pathLst>
              <a:path stroke="0" w="43200" h="43200">
                <a:moveTo>
                  <a:pt x="3874" y="0"/>
                </a:moveTo>
                <a:lnTo>
                  <a:pt x="3874" y="19794"/>
                </a:lnTo>
                <a:lnTo>
                  <a:pt x="3874" y="19794"/>
                </a:lnTo>
                <a:cubicBezTo>
                  <a:pt x="3874" y="19794"/>
                  <a:pt x="3932" y="19794"/>
                  <a:pt x="3932" y="19794"/>
                </a:cubicBezTo>
                <a:lnTo>
                  <a:pt x="3932" y="19794"/>
                </a:lnTo>
                <a:cubicBezTo>
                  <a:pt x="1759" y="19794"/>
                  <a:pt x="0" y="20605"/>
                  <a:pt x="0" y="21600"/>
                </a:cubicBezTo>
                <a:lnTo>
                  <a:pt x="0" y="21600"/>
                </a:lnTo>
                <a:cubicBezTo>
                  <a:pt x="0" y="22594"/>
                  <a:pt x="1759" y="23405"/>
                  <a:pt x="3932" y="23405"/>
                </a:cubicBezTo>
                <a:lnTo>
                  <a:pt x="3932" y="23405"/>
                </a:lnTo>
                <a:cubicBezTo>
                  <a:pt x="3932" y="23405"/>
                  <a:pt x="3874" y="23405"/>
                  <a:pt x="3874" y="23405"/>
                </a:cubicBezTo>
                <a:lnTo>
                  <a:pt x="3874" y="43200"/>
                </a:lnTo>
                <a:lnTo>
                  <a:pt x="43200" y="43200"/>
                </a:lnTo>
                <a:lnTo>
                  <a:pt x="43200" y="0"/>
                </a:lnTo>
                <a:lnTo>
                  <a:pt x="3874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2" name="Shape 1102"/>
          <p:cNvSpPr/>
          <p:nvPr/>
        </p:nvSpPr>
        <p:spPr>
          <a:xfrm>
            <a:off x="6945840" y="2775600"/>
            <a:ext cx="156960" cy="119520"/>
          </a:xfrm>
          <a:custGeom>
            <a:avLst/>
            <a:gdLst>
              <a:gd name="textAreaLeft" fmla="*/ 0 w 156960"/>
              <a:gd name="textAreaRight" fmla="*/ 157680 w 156960"/>
              <a:gd name="textAreaTop" fmla="*/ 0 h 119520"/>
              <a:gd name="textAreaBottom" fmla="*/ 120240 h 1195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0"/>
                </a:moveTo>
                <a:lnTo>
                  <a:pt x="43200" y="43200"/>
                </a:lnTo>
                <a:lnTo>
                  <a:pt x="0" y="21623"/>
                </a:lnTo>
                <a:lnTo>
                  <a:pt x="43200" y="0"/>
                </a:lnTo>
              </a:path>
            </a:pathLst>
          </a:custGeom>
          <a:solidFill>
            <a:srgbClr val="ffffff"/>
          </a:solidFill>
          <a:ln cap="rnd" w="9524">
            <a:solidFill>
              <a:srgbClr val="000000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1"/>
          </p:nvPr>
        </p:nvSpPr>
        <p:spPr>
          <a:xfrm>
            <a:off x="3444480" y="5255640"/>
            <a:ext cx="3191760" cy="3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sldNum" idx="2"/>
          </p:nvPr>
        </p:nvSpPr>
        <p:spPr>
          <a:xfrm>
            <a:off x="7104600" y="5255640"/>
            <a:ext cx="2301480" cy="3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3"/>
          </p:nvPr>
        </p:nvSpPr>
        <p:spPr>
          <a:xfrm>
            <a:off x="674280" y="5255640"/>
            <a:ext cx="2351520" cy="3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1100"/>
          <p:cNvSpPr/>
          <p:nvPr/>
        </p:nvSpPr>
        <p:spPr>
          <a:xfrm>
            <a:off x="2880" y="360"/>
            <a:ext cx="10074240" cy="5669280"/>
          </a:xfrm>
          <a:custGeom>
            <a:avLst/>
            <a:gdLst>
              <a:gd name="textAreaLeft" fmla="*/ 0 w 10074240"/>
              <a:gd name="textAreaRight" fmla="*/ 10074960 w 10074240"/>
              <a:gd name="textAreaTop" fmla="*/ 0 h 5669280"/>
              <a:gd name="textAreaBottom" fmla="*/ 5670000 h 5669280"/>
            </a:gdLst>
            <a:ahLst/>
            <a:rect l="textAreaLeft" t="textAreaTop" r="textAreaRight" b="textAreaBottom"/>
            <a:pathLst>
              <a:path stroke="0" w="43174" h="43200">
                <a:moveTo>
                  <a:pt x="43174" y="43200"/>
                </a:moveTo>
                <a:lnTo>
                  <a:pt x="43174" y="0"/>
                </a:lnTo>
                <a:lnTo>
                  <a:pt x="0" y="0"/>
                </a:lnTo>
                <a:lnTo>
                  <a:pt x="0" y="43200"/>
                </a:lnTo>
                <a:lnTo>
                  <a:pt x="43174" y="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1" name="Shape 1103"/>
          <p:cNvSpPr/>
          <p:nvPr/>
        </p:nvSpPr>
        <p:spPr>
          <a:xfrm>
            <a:off x="151560" y="84240"/>
            <a:ext cx="6440040" cy="4842720"/>
          </a:xfrm>
          <a:custGeom>
            <a:avLst/>
            <a:gdLst>
              <a:gd name="textAreaLeft" fmla="*/ 0 w 6440040"/>
              <a:gd name="textAreaRight" fmla="*/ 6440760 w 6440040"/>
              <a:gd name="textAreaTop" fmla="*/ 0 h 4842720"/>
              <a:gd name="textAreaBottom" fmla="*/ 4843440 h 484272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9"/>
                  <a:pt x="33448" y="43199"/>
                  <a:pt x="21600" y="43199"/>
                </a:cubicBezTo>
                <a:lnTo>
                  <a:pt x="21600" y="43199"/>
                </a:lnTo>
                <a:cubicBezTo>
                  <a:pt x="9749" y="43199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600" y="0"/>
                </a:cubicBezTo>
                <a:lnTo>
                  <a:pt x="21600" y="0"/>
                </a:lnTo>
                <a:cubicBezTo>
                  <a:pt x="33448" y="0"/>
                  <a:pt x="43199" y="9750"/>
                  <a:pt x="43199" y="21599"/>
                </a:cubicBezTo>
              </a:path>
            </a:pathLst>
          </a:custGeom>
          <a:solidFill>
            <a:srgbClr val="ffffff">
              <a:alpha val="2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2" name="Shape 1104"/>
          <p:cNvSpPr/>
          <p:nvPr/>
        </p:nvSpPr>
        <p:spPr>
          <a:xfrm>
            <a:off x="202680" y="107640"/>
            <a:ext cx="6292080" cy="4731840"/>
          </a:xfrm>
          <a:custGeom>
            <a:avLst/>
            <a:gdLst>
              <a:gd name="textAreaLeft" fmla="*/ 0 w 6292080"/>
              <a:gd name="textAreaRight" fmla="*/ 6292800 w 6292080"/>
              <a:gd name="textAreaTop" fmla="*/ 0 h 4731840"/>
              <a:gd name="textAreaBottom" fmla="*/ 4732560 h 473184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3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3" name="Shape 1105"/>
          <p:cNvSpPr/>
          <p:nvPr/>
        </p:nvSpPr>
        <p:spPr>
          <a:xfrm>
            <a:off x="253440" y="131400"/>
            <a:ext cx="6144120" cy="4620240"/>
          </a:xfrm>
          <a:custGeom>
            <a:avLst/>
            <a:gdLst>
              <a:gd name="textAreaLeft" fmla="*/ 0 w 6144120"/>
              <a:gd name="textAreaRight" fmla="*/ 6144840 w 6144120"/>
              <a:gd name="textAreaTop" fmla="*/ 0 h 4620240"/>
              <a:gd name="textAreaBottom" fmla="*/ 4620960 h 462024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50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50"/>
                  <a:pt x="0" y="21599"/>
                </a:cubicBezTo>
                <a:lnTo>
                  <a:pt x="0" y="21599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4" name="Shape 1106"/>
          <p:cNvSpPr/>
          <p:nvPr/>
        </p:nvSpPr>
        <p:spPr>
          <a:xfrm>
            <a:off x="304200" y="155160"/>
            <a:ext cx="5996160" cy="4509360"/>
          </a:xfrm>
          <a:custGeom>
            <a:avLst/>
            <a:gdLst>
              <a:gd name="textAreaLeft" fmla="*/ 0 w 5996160"/>
              <a:gd name="textAreaRight" fmla="*/ 5996880 w 5996160"/>
              <a:gd name="textAreaTop" fmla="*/ 0 h 4509360"/>
              <a:gd name="textAreaBottom" fmla="*/ 4510080 h 450936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7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7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6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5" name="Shape 1107"/>
          <p:cNvSpPr/>
          <p:nvPr/>
        </p:nvSpPr>
        <p:spPr>
          <a:xfrm>
            <a:off x="355320" y="178920"/>
            <a:ext cx="5848560" cy="4398120"/>
          </a:xfrm>
          <a:custGeom>
            <a:avLst/>
            <a:gdLst>
              <a:gd name="textAreaLeft" fmla="*/ 0 w 5848560"/>
              <a:gd name="textAreaRight" fmla="*/ 5849280 w 5848560"/>
              <a:gd name="textAreaTop" fmla="*/ 0 h 4398120"/>
              <a:gd name="textAreaBottom" fmla="*/ 4398840 h 43981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8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51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51"/>
                  <a:pt x="9751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8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6" name="Shape 1108"/>
          <p:cNvSpPr/>
          <p:nvPr/>
        </p:nvSpPr>
        <p:spPr>
          <a:xfrm>
            <a:off x="406440" y="202680"/>
            <a:ext cx="5700240" cy="4286880"/>
          </a:xfrm>
          <a:custGeom>
            <a:avLst/>
            <a:gdLst>
              <a:gd name="textAreaLeft" fmla="*/ 0 w 5700240"/>
              <a:gd name="textAreaRight" fmla="*/ 5700960 w 5700240"/>
              <a:gd name="textAreaTop" fmla="*/ 0 h 4286880"/>
              <a:gd name="textAreaBottom" fmla="*/ 4287600 h 428688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9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7" name="Shape 1109"/>
          <p:cNvSpPr/>
          <p:nvPr/>
        </p:nvSpPr>
        <p:spPr>
          <a:xfrm>
            <a:off x="457200" y="226440"/>
            <a:ext cx="5552280" cy="4175640"/>
          </a:xfrm>
          <a:custGeom>
            <a:avLst/>
            <a:gdLst>
              <a:gd name="textAreaLeft" fmla="*/ 0 w 5552280"/>
              <a:gd name="textAreaRight" fmla="*/ 5553000 w 5552280"/>
              <a:gd name="textAreaTop" fmla="*/ 0 h 4175640"/>
              <a:gd name="textAreaBottom" fmla="*/ 4176360 h 417564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49" y="43199"/>
                  <a:pt x="21600" y="43199"/>
                </a:cubicBezTo>
                <a:lnTo>
                  <a:pt x="21600" y="43199"/>
                </a:lnTo>
                <a:cubicBezTo>
                  <a:pt x="9750" y="43199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8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8"/>
                  <a:pt x="43200" y="21600"/>
                </a:cubicBezTo>
              </a:path>
            </a:pathLst>
          </a:custGeom>
          <a:solidFill>
            <a:srgbClr val="ffffff">
              <a:alpha val="1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8" name="Shape 1110"/>
          <p:cNvSpPr/>
          <p:nvPr/>
        </p:nvSpPr>
        <p:spPr>
          <a:xfrm>
            <a:off x="507960" y="250200"/>
            <a:ext cx="5404680" cy="4064400"/>
          </a:xfrm>
          <a:custGeom>
            <a:avLst/>
            <a:gdLst>
              <a:gd name="textAreaLeft" fmla="*/ 0 w 5404680"/>
              <a:gd name="textAreaRight" fmla="*/ 5405400 w 5404680"/>
              <a:gd name="textAreaTop" fmla="*/ 0 h 4064400"/>
              <a:gd name="textAreaBottom" fmla="*/ 4065120 h 406440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199" y="9751"/>
                  <a:pt x="43199" y="21600"/>
                </a:cubicBezTo>
              </a:path>
            </a:pathLst>
          </a:custGeom>
          <a:solidFill>
            <a:srgbClr val="ffffff">
              <a:alpha val="13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9" name="Shape 1111"/>
          <p:cNvSpPr/>
          <p:nvPr/>
        </p:nvSpPr>
        <p:spPr>
          <a:xfrm>
            <a:off x="559080" y="273960"/>
            <a:ext cx="5256720" cy="3953160"/>
          </a:xfrm>
          <a:custGeom>
            <a:avLst/>
            <a:gdLst>
              <a:gd name="textAreaLeft" fmla="*/ 0 w 5256720"/>
              <a:gd name="textAreaRight" fmla="*/ 5257440 w 5256720"/>
              <a:gd name="textAreaTop" fmla="*/ 0 h 3953160"/>
              <a:gd name="textAreaBottom" fmla="*/ 3953880 h 395316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600"/>
                </a:moveTo>
                <a:lnTo>
                  <a:pt x="43199" y="21600"/>
                </a:lnTo>
                <a:lnTo>
                  <a:pt x="43199" y="21600"/>
                </a:lnTo>
                <a:cubicBezTo>
                  <a:pt x="43199" y="21600"/>
                  <a:pt x="43199" y="21600"/>
                  <a:pt x="43199" y="21600"/>
                </a:cubicBezTo>
                <a:lnTo>
                  <a:pt x="43199" y="21600"/>
                </a:lnTo>
                <a:lnTo>
                  <a:pt x="43199" y="21600"/>
                </a:lnTo>
                <a:cubicBezTo>
                  <a:pt x="43199" y="33449"/>
                  <a:pt x="33449" y="43199"/>
                  <a:pt x="21598" y="43199"/>
                </a:cubicBezTo>
                <a:lnTo>
                  <a:pt x="21598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8" y="0"/>
                </a:cubicBezTo>
                <a:lnTo>
                  <a:pt x="21598" y="0"/>
                </a:lnTo>
                <a:cubicBezTo>
                  <a:pt x="33449" y="0"/>
                  <a:pt x="43199" y="9750"/>
                  <a:pt x="43199" y="21600"/>
                </a:cubicBezTo>
              </a:path>
            </a:pathLst>
          </a:custGeom>
          <a:solidFill>
            <a:srgbClr val="ffffff">
              <a:alpha val="14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0" name="Shape 1112"/>
          <p:cNvSpPr/>
          <p:nvPr/>
        </p:nvSpPr>
        <p:spPr>
          <a:xfrm>
            <a:off x="609840" y="297720"/>
            <a:ext cx="5108760" cy="3841560"/>
          </a:xfrm>
          <a:custGeom>
            <a:avLst/>
            <a:gdLst>
              <a:gd name="textAreaLeft" fmla="*/ 0 w 5108760"/>
              <a:gd name="textAreaRight" fmla="*/ 5109480 w 5108760"/>
              <a:gd name="textAreaTop" fmla="*/ 0 h 3841560"/>
              <a:gd name="textAreaBottom" fmla="*/ 3842280 h 384156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199"/>
                  <a:pt x="21599" y="43199"/>
                </a:cubicBezTo>
                <a:lnTo>
                  <a:pt x="21599" y="43199"/>
                </a:lnTo>
                <a:cubicBezTo>
                  <a:pt x="9750" y="43199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1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1"/>
                  <a:pt x="43200" y="21599"/>
                </a:cubicBezTo>
              </a:path>
            </a:pathLst>
          </a:custGeom>
          <a:solidFill>
            <a:srgbClr val="ffffff">
              <a:alpha val="16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1" name="Shape 1113"/>
          <p:cNvSpPr/>
          <p:nvPr/>
        </p:nvSpPr>
        <p:spPr>
          <a:xfrm>
            <a:off x="660960" y="321480"/>
            <a:ext cx="4960800" cy="3730320"/>
          </a:xfrm>
          <a:custGeom>
            <a:avLst/>
            <a:gdLst>
              <a:gd name="textAreaLeft" fmla="*/ 0 w 4960800"/>
              <a:gd name="textAreaRight" fmla="*/ 4961520 w 4960800"/>
              <a:gd name="textAreaTop" fmla="*/ 0 h 3730320"/>
              <a:gd name="textAreaBottom" fmla="*/ 3731040 h 37303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9" y="43200"/>
                  <a:pt x="21600" y="43200"/>
                </a:cubicBezTo>
                <a:lnTo>
                  <a:pt x="21600" y="43200"/>
                </a:lnTo>
                <a:cubicBezTo>
                  <a:pt x="9750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600" y="0"/>
                </a:cubicBezTo>
                <a:lnTo>
                  <a:pt x="21600" y="0"/>
                </a:lnTo>
                <a:cubicBezTo>
                  <a:pt x="33449" y="0"/>
                  <a:pt x="43200" y="9749"/>
                  <a:pt x="43200" y="21599"/>
                </a:cubicBezTo>
              </a:path>
            </a:pathLst>
          </a:custGeom>
          <a:solidFill>
            <a:srgbClr val="ffffff">
              <a:alpha val="18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2" name="Shape 1114"/>
          <p:cNvSpPr/>
          <p:nvPr/>
        </p:nvSpPr>
        <p:spPr>
          <a:xfrm>
            <a:off x="711720" y="344880"/>
            <a:ext cx="4812840" cy="3619080"/>
          </a:xfrm>
          <a:custGeom>
            <a:avLst/>
            <a:gdLst>
              <a:gd name="textAreaLeft" fmla="*/ 0 w 4812840"/>
              <a:gd name="textAreaRight" fmla="*/ 4813560 w 4812840"/>
              <a:gd name="textAreaTop" fmla="*/ 0 h 3619080"/>
              <a:gd name="textAreaBottom" fmla="*/ 3619800 h 361908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9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50" y="0"/>
                  <a:pt x="21599" y="0"/>
                </a:cubicBezTo>
                <a:lnTo>
                  <a:pt x="21599" y="0"/>
                </a:lnTo>
                <a:cubicBezTo>
                  <a:pt x="33449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19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3" name="Shape 1115"/>
          <p:cNvSpPr/>
          <p:nvPr/>
        </p:nvSpPr>
        <p:spPr>
          <a:xfrm>
            <a:off x="762840" y="368640"/>
            <a:ext cx="4664880" cy="3508200"/>
          </a:xfrm>
          <a:custGeom>
            <a:avLst/>
            <a:gdLst>
              <a:gd name="textAreaLeft" fmla="*/ 0 w 4664880"/>
              <a:gd name="textAreaRight" fmla="*/ 4665600 w 4664880"/>
              <a:gd name="textAreaTop" fmla="*/ 0 h 3508200"/>
              <a:gd name="textAreaBottom" fmla="*/ 3508920 h 350820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48" y="43200"/>
                  <a:pt x="21600" y="43200"/>
                </a:cubicBezTo>
                <a:lnTo>
                  <a:pt x="21600" y="43200"/>
                </a:lnTo>
                <a:cubicBezTo>
                  <a:pt x="9748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48" y="0"/>
                  <a:pt x="21600" y="0"/>
                </a:cubicBezTo>
                <a:lnTo>
                  <a:pt x="21600" y="0"/>
                </a:lnTo>
                <a:cubicBezTo>
                  <a:pt x="33448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4" name="Shape 1116"/>
          <p:cNvSpPr/>
          <p:nvPr/>
        </p:nvSpPr>
        <p:spPr>
          <a:xfrm>
            <a:off x="813600" y="392400"/>
            <a:ext cx="4516920" cy="3396600"/>
          </a:xfrm>
          <a:custGeom>
            <a:avLst/>
            <a:gdLst>
              <a:gd name="textAreaLeft" fmla="*/ 0 w 4516920"/>
              <a:gd name="textAreaRight" fmla="*/ 4517640 w 4516920"/>
              <a:gd name="textAreaTop" fmla="*/ 0 h 3396600"/>
              <a:gd name="textAreaBottom" fmla="*/ 3397320 h 3396600"/>
            </a:gdLst>
            <a:ahLst/>
            <a:rect l="textAreaLeft" t="textAreaTop" r="textAreaRight" b="textAreaBottom"/>
            <a:pathLst>
              <a:path stroke="0" w="43200" h="43200">
                <a:moveTo>
                  <a:pt x="43199" y="21599"/>
                </a:moveTo>
                <a:lnTo>
                  <a:pt x="43199" y="21599"/>
                </a:lnTo>
                <a:lnTo>
                  <a:pt x="43199" y="21599"/>
                </a:lnTo>
                <a:cubicBezTo>
                  <a:pt x="43199" y="21599"/>
                  <a:pt x="43199" y="21599"/>
                  <a:pt x="43199" y="21599"/>
                </a:cubicBezTo>
                <a:lnTo>
                  <a:pt x="43199" y="21599"/>
                </a:lnTo>
                <a:lnTo>
                  <a:pt x="43199" y="21599"/>
                </a:lnTo>
                <a:cubicBezTo>
                  <a:pt x="43199" y="33448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50" y="43200"/>
                  <a:pt x="0" y="33448"/>
                  <a:pt x="0" y="21599"/>
                </a:cubicBezTo>
                <a:lnTo>
                  <a:pt x="0" y="21599"/>
                </a:lnTo>
                <a:cubicBezTo>
                  <a:pt x="0" y="9749"/>
                  <a:pt x="9750" y="0"/>
                  <a:pt x="21599" y="0"/>
                </a:cubicBezTo>
                <a:lnTo>
                  <a:pt x="21599" y="0"/>
                </a:lnTo>
                <a:cubicBezTo>
                  <a:pt x="33448" y="0"/>
                  <a:pt x="43199" y="9749"/>
                  <a:pt x="43199" y="21599"/>
                </a:cubicBezTo>
              </a:path>
            </a:pathLst>
          </a:custGeom>
          <a:solidFill>
            <a:srgbClr val="ffffff">
              <a:alpha val="22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5" name="Shape 1117"/>
          <p:cNvSpPr/>
          <p:nvPr/>
        </p:nvSpPr>
        <p:spPr>
          <a:xfrm>
            <a:off x="864720" y="416160"/>
            <a:ext cx="4368960" cy="3285720"/>
          </a:xfrm>
          <a:custGeom>
            <a:avLst/>
            <a:gdLst>
              <a:gd name="textAreaLeft" fmla="*/ 0 w 4368960"/>
              <a:gd name="textAreaRight" fmla="*/ 4369680 w 4368960"/>
              <a:gd name="textAreaTop" fmla="*/ 0 h 3285720"/>
              <a:gd name="textAreaBottom" fmla="*/ 3286440 h 32857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599"/>
                </a:moveTo>
                <a:lnTo>
                  <a:pt x="43200" y="21599"/>
                </a:lnTo>
                <a:lnTo>
                  <a:pt x="43200" y="21599"/>
                </a:lnTo>
                <a:cubicBezTo>
                  <a:pt x="43200" y="21599"/>
                  <a:pt x="43200" y="21599"/>
                  <a:pt x="43200" y="21599"/>
                </a:cubicBezTo>
                <a:lnTo>
                  <a:pt x="43200" y="21599"/>
                </a:lnTo>
                <a:lnTo>
                  <a:pt x="43200" y="21599"/>
                </a:lnTo>
                <a:cubicBezTo>
                  <a:pt x="43200" y="33449"/>
                  <a:pt x="33450" y="43200"/>
                  <a:pt x="21599" y="43200"/>
                </a:cubicBezTo>
                <a:lnTo>
                  <a:pt x="21599" y="43200"/>
                </a:lnTo>
                <a:cubicBezTo>
                  <a:pt x="9751" y="43200"/>
                  <a:pt x="0" y="33449"/>
                  <a:pt x="0" y="21599"/>
                </a:cubicBezTo>
                <a:lnTo>
                  <a:pt x="0" y="21599"/>
                </a:lnTo>
                <a:cubicBezTo>
                  <a:pt x="0" y="9750"/>
                  <a:pt x="9751" y="0"/>
                  <a:pt x="21599" y="0"/>
                </a:cubicBezTo>
                <a:lnTo>
                  <a:pt x="21599" y="0"/>
                </a:lnTo>
                <a:cubicBezTo>
                  <a:pt x="33450" y="0"/>
                  <a:pt x="43200" y="9750"/>
                  <a:pt x="43200" y="21599"/>
                </a:cubicBezTo>
              </a:path>
            </a:pathLst>
          </a:custGeom>
          <a:solidFill>
            <a:srgbClr val="ffffff">
              <a:alpha val="24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6" name="Shape 1118"/>
          <p:cNvSpPr/>
          <p:nvPr/>
        </p:nvSpPr>
        <p:spPr>
          <a:xfrm>
            <a:off x="915840" y="439920"/>
            <a:ext cx="4221000" cy="3174120"/>
          </a:xfrm>
          <a:custGeom>
            <a:avLst/>
            <a:gdLst>
              <a:gd name="textAreaLeft" fmla="*/ 0 w 4221000"/>
              <a:gd name="textAreaRight" fmla="*/ 4221720 w 4221000"/>
              <a:gd name="textAreaTop" fmla="*/ 0 h 3174120"/>
              <a:gd name="textAreaBottom" fmla="*/ 3174840 h 317412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9"/>
                  <a:pt x="33448" y="43200"/>
                  <a:pt x="21599" y="43200"/>
                </a:cubicBezTo>
                <a:lnTo>
                  <a:pt x="21599" y="43200"/>
                </a:lnTo>
                <a:cubicBezTo>
                  <a:pt x="9749" y="43200"/>
                  <a:pt x="0" y="33449"/>
                  <a:pt x="0" y="21600"/>
                </a:cubicBezTo>
                <a:lnTo>
                  <a:pt x="0" y="21600"/>
                </a:lnTo>
                <a:cubicBezTo>
                  <a:pt x="0" y="9750"/>
                  <a:pt x="9749" y="0"/>
                  <a:pt x="21599" y="0"/>
                </a:cubicBezTo>
                <a:lnTo>
                  <a:pt x="21599" y="0"/>
                </a:lnTo>
                <a:cubicBezTo>
                  <a:pt x="33448" y="0"/>
                  <a:pt x="43200" y="9750"/>
                  <a:pt x="43200" y="21600"/>
                </a:cubicBezTo>
              </a:path>
            </a:pathLst>
          </a:custGeom>
          <a:solidFill>
            <a:srgbClr val="ffffff">
              <a:alpha val="2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7" name="Shape 1119"/>
          <p:cNvSpPr/>
          <p:nvPr/>
        </p:nvSpPr>
        <p:spPr>
          <a:xfrm>
            <a:off x="966600" y="463680"/>
            <a:ext cx="4073040" cy="3062880"/>
          </a:xfrm>
          <a:custGeom>
            <a:avLst/>
            <a:gdLst>
              <a:gd name="textAreaLeft" fmla="*/ 0 w 4073040"/>
              <a:gd name="textAreaRight" fmla="*/ 4073760 w 4073040"/>
              <a:gd name="textAreaTop" fmla="*/ 0 h 3062880"/>
              <a:gd name="textAreaBottom" fmla="*/ 3063600 h 3062880"/>
            </a:gdLst>
            <a:ahLst/>
            <a:rect l="textAreaLeft" t="textAreaTop" r="textAreaRight" b="textAreaBottom"/>
            <a:pathLst>
              <a:path stroke="0" w="43200" h="43200">
                <a:moveTo>
                  <a:pt x="43200" y="21600"/>
                </a:moveTo>
                <a:lnTo>
                  <a:pt x="43200" y="21600"/>
                </a:lnTo>
                <a:lnTo>
                  <a:pt x="43200" y="21600"/>
                </a:lnTo>
                <a:cubicBezTo>
                  <a:pt x="43200" y="21600"/>
                  <a:pt x="43200" y="21600"/>
                  <a:pt x="43200" y="21600"/>
                </a:cubicBezTo>
                <a:lnTo>
                  <a:pt x="43200" y="21600"/>
                </a:lnTo>
                <a:lnTo>
                  <a:pt x="43200" y="21600"/>
                </a:lnTo>
                <a:cubicBezTo>
                  <a:pt x="43200" y="33448"/>
                  <a:pt x="33450" y="43200"/>
                  <a:pt x="21600" y="43200"/>
                </a:cubicBezTo>
                <a:lnTo>
                  <a:pt x="21600" y="43200"/>
                </a:lnTo>
                <a:cubicBezTo>
                  <a:pt x="9749" y="43200"/>
                  <a:pt x="0" y="33448"/>
                  <a:pt x="0" y="21600"/>
                </a:cubicBezTo>
                <a:lnTo>
                  <a:pt x="0" y="21600"/>
                </a:lnTo>
                <a:cubicBezTo>
                  <a:pt x="0" y="9749"/>
                  <a:pt x="9749" y="0"/>
                  <a:pt x="21600" y="0"/>
                </a:cubicBezTo>
                <a:lnTo>
                  <a:pt x="21600" y="0"/>
                </a:lnTo>
                <a:cubicBezTo>
                  <a:pt x="33450" y="0"/>
                  <a:pt x="43200" y="9749"/>
                  <a:pt x="43200" y="21600"/>
                </a:cubicBezTo>
              </a:path>
            </a:pathLst>
          </a:custGeom>
          <a:solidFill>
            <a:srgbClr val="ffffff">
              <a:alpha val="27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8" name="Shape 1120"/>
          <p:cNvSpPr/>
          <p:nvPr/>
        </p:nvSpPr>
        <p:spPr>
          <a:xfrm>
            <a:off x="1672920" y="4203000"/>
            <a:ext cx="976680" cy="734400"/>
          </a:xfrm>
          <a:custGeom>
            <a:avLst/>
            <a:gdLst>
              <a:gd name="textAreaLeft" fmla="*/ 0 w 976680"/>
              <a:gd name="textAreaRight" fmla="*/ 977400 w 976680"/>
              <a:gd name="textAreaTop" fmla="*/ 0 h 734400"/>
              <a:gd name="textAreaBottom" fmla="*/ 735120 h 73440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34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33"/>
                  <a:pt x="33534" y="43200"/>
                  <a:pt x="21600" y="43200"/>
                </a:cubicBezTo>
                <a:lnTo>
                  <a:pt x="21600" y="43200"/>
                </a:lnTo>
                <a:cubicBezTo>
                  <a:pt x="9665" y="43200"/>
                  <a:pt x="0" y="33533"/>
                  <a:pt x="0" y="21599"/>
                </a:cubicBezTo>
                <a:lnTo>
                  <a:pt x="0" y="21599"/>
                </a:lnTo>
                <a:cubicBezTo>
                  <a:pt x="0" y="9673"/>
                  <a:pt x="9665" y="0"/>
                  <a:pt x="21600" y="0"/>
                </a:cubicBezTo>
                <a:close/>
              </a:path>
            </a:pathLst>
          </a:custGeom>
          <a:solidFill>
            <a:srgbClr val="ffffff">
              <a:alpha val="12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9" name="Shape 1121"/>
          <p:cNvSpPr/>
          <p:nvPr/>
        </p:nvSpPr>
        <p:spPr>
          <a:xfrm>
            <a:off x="2357280" y="3733920"/>
            <a:ext cx="1544760" cy="1161360"/>
          </a:xfrm>
          <a:custGeom>
            <a:avLst/>
            <a:gdLst>
              <a:gd name="textAreaLeft" fmla="*/ 0 w 1544760"/>
              <a:gd name="textAreaRight" fmla="*/ 1545480 w 1544760"/>
              <a:gd name="textAreaTop" fmla="*/ 0 h 1161360"/>
              <a:gd name="textAreaBottom" fmla="*/ 1162080 h 1161360"/>
            </a:gdLst>
            <a:ahLst/>
            <a:rect l="textAreaLeft" t="textAreaTop" r="textAreaRight" b="textAreaBottom"/>
            <a:pathLst>
              <a:path stroke="0" w="43200" h="43200">
                <a:moveTo>
                  <a:pt x="21596" y="0"/>
                </a:moveTo>
                <a:lnTo>
                  <a:pt x="21596" y="0"/>
                </a:lnTo>
                <a:cubicBezTo>
                  <a:pt x="33526" y="0"/>
                  <a:pt x="43200" y="9669"/>
                  <a:pt x="43200" y="21601"/>
                </a:cubicBezTo>
                <a:lnTo>
                  <a:pt x="43200" y="21601"/>
                </a:lnTo>
                <a:cubicBezTo>
                  <a:pt x="43200" y="33530"/>
                  <a:pt x="33526" y="43200"/>
                  <a:pt x="21596" y="43200"/>
                </a:cubicBezTo>
                <a:lnTo>
                  <a:pt x="21596" y="43200"/>
                </a:lnTo>
                <a:cubicBezTo>
                  <a:pt x="9673" y="43200"/>
                  <a:pt x="0" y="33530"/>
                  <a:pt x="0" y="21601"/>
                </a:cubicBezTo>
                <a:lnTo>
                  <a:pt x="0" y="21601"/>
                </a:lnTo>
                <a:cubicBezTo>
                  <a:pt x="0" y="9669"/>
                  <a:pt x="9673" y="0"/>
                  <a:pt x="21596" y="0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0" name="Shape 1124"/>
          <p:cNvSpPr/>
          <p:nvPr/>
        </p:nvSpPr>
        <p:spPr>
          <a:xfrm>
            <a:off x="2511720" y="3686040"/>
            <a:ext cx="690480" cy="519120"/>
          </a:xfrm>
          <a:custGeom>
            <a:avLst/>
            <a:gdLst>
              <a:gd name="textAreaLeft" fmla="*/ 0 w 690480"/>
              <a:gd name="textAreaRight" fmla="*/ 691200 w 690480"/>
              <a:gd name="textAreaTop" fmla="*/ 0 h 519120"/>
              <a:gd name="textAreaBottom" fmla="*/ 519840 h 51912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30" y="0"/>
                  <a:pt x="43200" y="9672"/>
                  <a:pt x="43200" y="21604"/>
                </a:cubicBezTo>
                <a:lnTo>
                  <a:pt x="43200" y="21604"/>
                </a:lnTo>
                <a:cubicBezTo>
                  <a:pt x="43200" y="33525"/>
                  <a:pt x="33530" y="43200"/>
                  <a:pt x="21600" y="43200"/>
                </a:cubicBezTo>
                <a:lnTo>
                  <a:pt x="21600" y="43200"/>
                </a:lnTo>
                <a:cubicBezTo>
                  <a:pt x="9669" y="43200"/>
                  <a:pt x="0" y="33525"/>
                  <a:pt x="0" y="21604"/>
                </a:cubicBezTo>
                <a:lnTo>
                  <a:pt x="0" y="21604"/>
                </a:lnTo>
                <a:cubicBezTo>
                  <a:pt x="0" y="9672"/>
                  <a:pt x="9669" y="0"/>
                  <a:pt x="21600" y="0"/>
                </a:cubicBezTo>
                <a:close/>
              </a:path>
            </a:pathLst>
          </a:custGeom>
          <a:solidFill>
            <a:srgbClr val="ffffff">
              <a:alpha val="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1" name="Shape 1125"/>
          <p:cNvSpPr/>
          <p:nvPr/>
        </p:nvSpPr>
        <p:spPr>
          <a:xfrm>
            <a:off x="840240" y="3814200"/>
            <a:ext cx="566280" cy="425520"/>
          </a:xfrm>
          <a:custGeom>
            <a:avLst/>
            <a:gdLst>
              <a:gd name="textAreaLeft" fmla="*/ 0 w 566280"/>
              <a:gd name="textAreaRight" fmla="*/ 567000 w 566280"/>
              <a:gd name="textAreaTop" fmla="*/ 0 h 425520"/>
              <a:gd name="textAreaBottom" fmla="*/ 426240 h 425520"/>
            </a:gdLst>
            <a:ahLst/>
            <a:rect l="textAreaLeft" t="textAreaTop" r="textAreaRight" b="textAreaBottom"/>
            <a:pathLst>
              <a:path stroke="0" w="43200" h="43200">
                <a:moveTo>
                  <a:pt x="21599" y="0"/>
                </a:moveTo>
                <a:lnTo>
                  <a:pt x="21599" y="0"/>
                </a:lnTo>
                <a:cubicBezTo>
                  <a:pt x="33527" y="0"/>
                  <a:pt x="43200" y="9668"/>
                  <a:pt x="43200" y="21599"/>
                </a:cubicBezTo>
                <a:lnTo>
                  <a:pt x="43200" y="21599"/>
                </a:lnTo>
                <a:cubicBezTo>
                  <a:pt x="43200" y="33530"/>
                  <a:pt x="33527" y="43200"/>
                  <a:pt x="21599" y="43200"/>
                </a:cubicBezTo>
                <a:lnTo>
                  <a:pt x="21599" y="43200"/>
                </a:lnTo>
                <a:cubicBezTo>
                  <a:pt x="9671" y="43200"/>
                  <a:pt x="0" y="33530"/>
                  <a:pt x="0" y="21599"/>
                </a:cubicBezTo>
                <a:lnTo>
                  <a:pt x="0" y="21599"/>
                </a:lnTo>
                <a:cubicBezTo>
                  <a:pt x="0" y="9668"/>
                  <a:pt x="9671" y="0"/>
                  <a:pt x="21599" y="0"/>
                </a:cubicBezTo>
                <a:close/>
              </a:path>
            </a:pathLst>
          </a:custGeom>
          <a:solidFill>
            <a:srgbClr val="ffffff">
              <a:alpha val="4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2" name="Shape 1138"/>
          <p:cNvSpPr/>
          <p:nvPr/>
        </p:nvSpPr>
        <p:spPr>
          <a:xfrm>
            <a:off x="1911240" y="3615840"/>
            <a:ext cx="657720" cy="494640"/>
          </a:xfrm>
          <a:custGeom>
            <a:avLst/>
            <a:gdLst>
              <a:gd name="textAreaLeft" fmla="*/ 0 w 657720"/>
              <a:gd name="textAreaRight" fmla="*/ 658440 w 657720"/>
              <a:gd name="textAreaTop" fmla="*/ 0 h 494640"/>
              <a:gd name="textAreaBottom" fmla="*/ 495360 h 49464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5"/>
                  <a:pt x="43200" y="21594"/>
                </a:cubicBezTo>
                <a:lnTo>
                  <a:pt x="43200" y="21594"/>
                </a:lnTo>
                <a:cubicBezTo>
                  <a:pt x="43200" y="33524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24"/>
                  <a:pt x="0" y="21594"/>
                </a:cubicBezTo>
                <a:lnTo>
                  <a:pt x="0" y="21594"/>
                </a:lnTo>
                <a:cubicBezTo>
                  <a:pt x="0" y="9675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3" name="Shape 1139"/>
          <p:cNvSpPr/>
          <p:nvPr/>
        </p:nvSpPr>
        <p:spPr>
          <a:xfrm>
            <a:off x="1362960" y="3910320"/>
            <a:ext cx="623880" cy="469080"/>
          </a:xfrm>
          <a:custGeom>
            <a:avLst/>
            <a:gdLst>
              <a:gd name="textAreaLeft" fmla="*/ 0 w 623880"/>
              <a:gd name="textAreaRight" fmla="*/ 624600 w 623880"/>
              <a:gd name="textAreaTop" fmla="*/ 0 h 469080"/>
              <a:gd name="textAreaBottom" fmla="*/ 469800 h 469080"/>
            </a:gdLst>
            <a:ahLst/>
            <a:rect l="textAreaLeft" t="textAreaTop" r="textAreaRight" b="textAreaBottom"/>
            <a:pathLst>
              <a:path stroke="0" w="43200" h="43200">
                <a:moveTo>
                  <a:pt x="21608" y="0"/>
                </a:moveTo>
                <a:lnTo>
                  <a:pt x="21608" y="0"/>
                </a:lnTo>
                <a:cubicBezTo>
                  <a:pt x="33533" y="0"/>
                  <a:pt x="43200" y="9668"/>
                  <a:pt x="43200" y="21593"/>
                </a:cubicBezTo>
                <a:lnTo>
                  <a:pt x="43200" y="21593"/>
                </a:lnTo>
                <a:cubicBezTo>
                  <a:pt x="43200" y="33519"/>
                  <a:pt x="33533" y="43200"/>
                  <a:pt x="21608" y="43200"/>
                </a:cubicBezTo>
                <a:lnTo>
                  <a:pt x="21608" y="43200"/>
                </a:lnTo>
                <a:cubicBezTo>
                  <a:pt x="9682" y="43200"/>
                  <a:pt x="0" y="33519"/>
                  <a:pt x="0" y="21593"/>
                </a:cubicBezTo>
                <a:lnTo>
                  <a:pt x="0" y="21593"/>
                </a:lnTo>
                <a:cubicBezTo>
                  <a:pt x="0" y="9668"/>
                  <a:pt x="9682" y="0"/>
                  <a:pt x="21608" y="0"/>
                </a:cubicBezTo>
                <a:close/>
              </a:path>
            </a:pathLst>
          </a:custGeom>
          <a:solidFill>
            <a:srgbClr val="ffffff">
              <a:alpha val="2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4" name="Shape 1140"/>
          <p:cNvSpPr/>
          <p:nvPr/>
        </p:nvSpPr>
        <p:spPr>
          <a:xfrm>
            <a:off x="1245600" y="4454280"/>
            <a:ext cx="622080" cy="467640"/>
          </a:xfrm>
          <a:custGeom>
            <a:avLst/>
            <a:gdLst>
              <a:gd name="textAreaLeft" fmla="*/ 0 w 622080"/>
              <a:gd name="textAreaRight" fmla="*/ 622800 w 622080"/>
              <a:gd name="textAreaTop" fmla="*/ 0 h 467640"/>
              <a:gd name="textAreaBottom" fmla="*/ 468360 h 467640"/>
            </a:gdLst>
            <a:ahLst/>
            <a:rect l="textAreaLeft" t="textAreaTop" r="textAreaRight" b="textAreaBottom"/>
            <a:pathLst>
              <a:path stroke="0" w="43200" h="43200">
                <a:moveTo>
                  <a:pt x="21607" y="0"/>
                </a:moveTo>
                <a:lnTo>
                  <a:pt x="21607" y="0"/>
                </a:lnTo>
                <a:cubicBezTo>
                  <a:pt x="33536" y="0"/>
                  <a:pt x="43200" y="9673"/>
                  <a:pt x="43200" y="21599"/>
                </a:cubicBezTo>
                <a:lnTo>
                  <a:pt x="43200" y="21599"/>
                </a:lnTo>
                <a:cubicBezTo>
                  <a:pt x="43200" y="33526"/>
                  <a:pt x="33536" y="43200"/>
                  <a:pt x="21607" y="43200"/>
                </a:cubicBezTo>
                <a:lnTo>
                  <a:pt x="21607" y="43200"/>
                </a:lnTo>
                <a:cubicBezTo>
                  <a:pt x="9679" y="43200"/>
                  <a:pt x="0" y="33526"/>
                  <a:pt x="0" y="21599"/>
                </a:cubicBezTo>
                <a:lnTo>
                  <a:pt x="0" y="21599"/>
                </a:lnTo>
                <a:cubicBezTo>
                  <a:pt x="0" y="9673"/>
                  <a:pt x="9679" y="0"/>
                  <a:pt x="21607" y="0"/>
                </a:cubicBezTo>
                <a:close/>
              </a:path>
            </a:pathLst>
          </a:custGeom>
          <a:solidFill>
            <a:srgbClr val="ffffff">
              <a:alpha val="33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5" name="Shape 1141"/>
          <p:cNvSpPr/>
          <p:nvPr/>
        </p:nvSpPr>
        <p:spPr>
          <a:xfrm>
            <a:off x="1959840" y="4841280"/>
            <a:ext cx="738000" cy="554760"/>
          </a:xfrm>
          <a:custGeom>
            <a:avLst/>
            <a:gdLst>
              <a:gd name="textAreaLeft" fmla="*/ 0 w 738000"/>
              <a:gd name="textAreaRight" fmla="*/ 738720 w 738000"/>
              <a:gd name="textAreaTop" fmla="*/ 0 h 554760"/>
              <a:gd name="textAreaBottom" fmla="*/ 555480 h 55476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25" y="0"/>
                  <a:pt x="43200" y="9674"/>
                  <a:pt x="43200" y="21605"/>
                </a:cubicBezTo>
                <a:lnTo>
                  <a:pt x="43200" y="21605"/>
                </a:lnTo>
                <a:cubicBezTo>
                  <a:pt x="43200" y="33535"/>
                  <a:pt x="33525" y="43200"/>
                  <a:pt x="21600" y="43200"/>
                </a:cubicBezTo>
                <a:lnTo>
                  <a:pt x="21600" y="43200"/>
                </a:lnTo>
                <a:cubicBezTo>
                  <a:pt x="9674" y="43200"/>
                  <a:pt x="0" y="33535"/>
                  <a:pt x="0" y="21605"/>
                </a:cubicBezTo>
                <a:lnTo>
                  <a:pt x="0" y="21605"/>
                </a:lnTo>
                <a:cubicBezTo>
                  <a:pt x="0" y="9674"/>
                  <a:pt x="9674" y="0"/>
                  <a:pt x="21600" y="0"/>
                </a:cubicBezTo>
                <a:close/>
              </a:path>
            </a:pathLst>
          </a:custGeom>
          <a:solidFill>
            <a:srgbClr val="ffffff">
              <a:alpha val="7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6" name="Shape 1142"/>
          <p:cNvSpPr/>
          <p:nvPr/>
        </p:nvSpPr>
        <p:spPr>
          <a:xfrm>
            <a:off x="1853640" y="5163120"/>
            <a:ext cx="568440" cy="427320"/>
          </a:xfrm>
          <a:custGeom>
            <a:avLst/>
            <a:gdLst>
              <a:gd name="textAreaLeft" fmla="*/ 0 w 568440"/>
              <a:gd name="textAreaRight" fmla="*/ 569160 w 568440"/>
              <a:gd name="textAreaTop" fmla="*/ 0 h 427320"/>
              <a:gd name="textAreaBottom" fmla="*/ 428040 h 427320"/>
            </a:gdLst>
            <a:ahLst/>
            <a:rect l="textAreaLeft" t="textAreaTop" r="textAreaRight" b="textAreaBottom"/>
            <a:pathLst>
              <a:path stroke="0" w="43200" h="43200">
                <a:moveTo>
                  <a:pt x="21591" y="0"/>
                </a:moveTo>
                <a:lnTo>
                  <a:pt x="21591" y="0"/>
                </a:lnTo>
                <a:cubicBezTo>
                  <a:pt x="33528" y="0"/>
                  <a:pt x="43198" y="9667"/>
                  <a:pt x="43198" y="21600"/>
                </a:cubicBezTo>
                <a:lnTo>
                  <a:pt x="43198" y="21600"/>
                </a:lnTo>
                <a:cubicBezTo>
                  <a:pt x="43198" y="33519"/>
                  <a:pt x="33528" y="43200"/>
                  <a:pt x="21591" y="43200"/>
                </a:cubicBezTo>
                <a:lnTo>
                  <a:pt x="21591" y="43200"/>
                </a:lnTo>
                <a:cubicBezTo>
                  <a:pt x="9670" y="43200"/>
                  <a:pt x="0" y="33519"/>
                  <a:pt x="0" y="21600"/>
                </a:cubicBezTo>
                <a:lnTo>
                  <a:pt x="0" y="21600"/>
                </a:lnTo>
                <a:cubicBezTo>
                  <a:pt x="0" y="9667"/>
                  <a:pt x="9670" y="0"/>
                  <a:pt x="21591" y="0"/>
                </a:cubicBezTo>
                <a:close/>
              </a:path>
            </a:pathLst>
          </a:custGeom>
          <a:solidFill>
            <a:srgbClr val="ffffff">
              <a:alpha val="3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7" name="Shape 1143"/>
          <p:cNvSpPr/>
          <p:nvPr/>
        </p:nvSpPr>
        <p:spPr>
          <a:xfrm>
            <a:off x="2973960" y="4932000"/>
            <a:ext cx="599760" cy="451080"/>
          </a:xfrm>
          <a:custGeom>
            <a:avLst/>
            <a:gdLst>
              <a:gd name="textAreaLeft" fmla="*/ 0 w 599760"/>
              <a:gd name="textAreaRight" fmla="*/ 600480 w 599760"/>
              <a:gd name="textAreaTop" fmla="*/ 0 h 451080"/>
              <a:gd name="textAreaBottom" fmla="*/ 451800 h 451080"/>
            </a:gdLst>
            <a:ahLst/>
            <a:rect l="textAreaLeft" t="textAreaTop" r="textAreaRight" b="textAreaBottom"/>
            <a:pathLst>
              <a:path stroke="0" w="43200" h="43200">
                <a:moveTo>
                  <a:pt x="21599" y="0"/>
                </a:moveTo>
                <a:lnTo>
                  <a:pt x="21599" y="0"/>
                </a:lnTo>
                <a:cubicBezTo>
                  <a:pt x="33531" y="0"/>
                  <a:pt x="43200" y="9666"/>
                  <a:pt x="43200" y="21605"/>
                </a:cubicBezTo>
                <a:lnTo>
                  <a:pt x="43200" y="21605"/>
                </a:lnTo>
                <a:cubicBezTo>
                  <a:pt x="43200" y="33533"/>
                  <a:pt x="33531" y="43200"/>
                  <a:pt x="21599" y="43200"/>
                </a:cubicBezTo>
                <a:lnTo>
                  <a:pt x="21599" y="43200"/>
                </a:lnTo>
                <a:cubicBezTo>
                  <a:pt x="9666" y="43200"/>
                  <a:pt x="0" y="33533"/>
                  <a:pt x="0" y="21605"/>
                </a:cubicBezTo>
                <a:lnTo>
                  <a:pt x="0" y="21605"/>
                </a:lnTo>
                <a:cubicBezTo>
                  <a:pt x="0" y="9666"/>
                  <a:pt x="9666" y="0"/>
                  <a:pt x="21599" y="0"/>
                </a:cubicBezTo>
                <a:close/>
              </a:path>
            </a:pathLst>
          </a:custGeom>
          <a:solidFill>
            <a:srgbClr val="ffffff">
              <a:alpha val="67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8" name="Shape 1144"/>
          <p:cNvSpPr/>
          <p:nvPr/>
        </p:nvSpPr>
        <p:spPr>
          <a:xfrm>
            <a:off x="2511720" y="4612680"/>
            <a:ext cx="807840" cy="607320"/>
          </a:xfrm>
          <a:custGeom>
            <a:avLst/>
            <a:gdLst>
              <a:gd name="textAreaLeft" fmla="*/ 0 w 807840"/>
              <a:gd name="textAreaRight" fmla="*/ 808560 w 807840"/>
              <a:gd name="textAreaTop" fmla="*/ 0 h 607320"/>
              <a:gd name="textAreaBottom" fmla="*/ 608040 h 607320"/>
            </a:gdLst>
            <a:ahLst/>
            <a:rect l="textAreaLeft" t="textAreaTop" r="textAreaRight" b="textAreaBottom"/>
            <a:pathLst>
              <a:path stroke="0" w="43200" h="43200">
                <a:moveTo>
                  <a:pt x="21606" y="0"/>
                </a:moveTo>
                <a:lnTo>
                  <a:pt x="21606" y="0"/>
                </a:lnTo>
                <a:cubicBezTo>
                  <a:pt x="33524" y="0"/>
                  <a:pt x="43200" y="9671"/>
                  <a:pt x="43200" y="21599"/>
                </a:cubicBezTo>
                <a:lnTo>
                  <a:pt x="43200" y="21599"/>
                </a:lnTo>
                <a:cubicBezTo>
                  <a:pt x="43200" y="33528"/>
                  <a:pt x="33524" y="43200"/>
                  <a:pt x="21606" y="43200"/>
                </a:cubicBezTo>
                <a:lnTo>
                  <a:pt x="21606" y="43200"/>
                </a:lnTo>
                <a:cubicBezTo>
                  <a:pt x="9674" y="43200"/>
                  <a:pt x="0" y="33528"/>
                  <a:pt x="0" y="21599"/>
                </a:cubicBezTo>
                <a:lnTo>
                  <a:pt x="0" y="21599"/>
                </a:lnTo>
                <a:cubicBezTo>
                  <a:pt x="0" y="9671"/>
                  <a:pt x="9674" y="0"/>
                  <a:pt x="21606" y="0"/>
                </a:cubicBezTo>
                <a:close/>
              </a:path>
            </a:pathLst>
          </a:custGeom>
          <a:solidFill>
            <a:srgbClr val="ffffff">
              <a:alpha val="31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9" name="Shape 1147"/>
          <p:cNvSpPr/>
          <p:nvPr/>
        </p:nvSpPr>
        <p:spPr>
          <a:xfrm>
            <a:off x="2157840" y="30600"/>
            <a:ext cx="621360" cy="467280"/>
          </a:xfrm>
          <a:custGeom>
            <a:avLst/>
            <a:gdLst>
              <a:gd name="textAreaLeft" fmla="*/ 0 w 621360"/>
              <a:gd name="textAreaRight" fmla="*/ 622080 w 621360"/>
              <a:gd name="textAreaTop" fmla="*/ 0 h 467280"/>
              <a:gd name="textAreaBottom" fmla="*/ 468000 h 467280"/>
            </a:gdLst>
            <a:ahLst/>
            <a:rect l="textAreaLeft" t="textAreaTop" r="textAreaRight" b="textAreaBottom"/>
            <a:pathLst>
              <a:path stroke="0" w="43200" h="43200">
                <a:moveTo>
                  <a:pt x="21600" y="0"/>
                </a:moveTo>
                <a:lnTo>
                  <a:pt x="21600" y="0"/>
                </a:lnTo>
                <a:cubicBezTo>
                  <a:pt x="33541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41" y="43200"/>
                  <a:pt x="21600" y="43200"/>
                </a:cubicBezTo>
                <a:lnTo>
                  <a:pt x="21600" y="43200"/>
                </a:lnTo>
                <a:cubicBezTo>
                  <a:pt x="9673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3" y="0"/>
                  <a:pt x="21600" y="0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0" name="Shape 1148"/>
          <p:cNvSpPr/>
          <p:nvPr/>
        </p:nvSpPr>
        <p:spPr>
          <a:xfrm>
            <a:off x="1878840" y="29520"/>
            <a:ext cx="618480" cy="464760"/>
          </a:xfrm>
          <a:custGeom>
            <a:avLst/>
            <a:gdLst>
              <a:gd name="textAreaLeft" fmla="*/ 0 w 618480"/>
              <a:gd name="textAreaRight" fmla="*/ 619200 w 618480"/>
              <a:gd name="textAreaTop" fmla="*/ 0 h 464760"/>
              <a:gd name="textAreaBottom" fmla="*/ 465480 h 464760"/>
            </a:gdLst>
            <a:ahLst/>
            <a:rect l="textAreaLeft" t="textAreaTop" r="textAreaRight" b="textAreaBottom"/>
            <a:pathLst>
              <a:path stroke="0" w="43200" h="43200">
                <a:moveTo>
                  <a:pt x="21608" y="0"/>
                </a:moveTo>
                <a:lnTo>
                  <a:pt x="21608" y="0"/>
                </a:lnTo>
                <a:cubicBezTo>
                  <a:pt x="33527" y="0"/>
                  <a:pt x="43200" y="9670"/>
                  <a:pt x="43200" y="21593"/>
                </a:cubicBezTo>
                <a:lnTo>
                  <a:pt x="43200" y="21593"/>
                </a:lnTo>
                <a:cubicBezTo>
                  <a:pt x="43200" y="33529"/>
                  <a:pt x="33527" y="43200"/>
                  <a:pt x="21608" y="43200"/>
                </a:cubicBezTo>
                <a:lnTo>
                  <a:pt x="21608" y="43200"/>
                </a:lnTo>
                <a:cubicBezTo>
                  <a:pt x="9672" y="43200"/>
                  <a:pt x="0" y="33529"/>
                  <a:pt x="0" y="21593"/>
                </a:cubicBezTo>
                <a:lnTo>
                  <a:pt x="0" y="21593"/>
                </a:lnTo>
                <a:cubicBezTo>
                  <a:pt x="0" y="9670"/>
                  <a:pt x="9672" y="0"/>
                  <a:pt x="21608" y="0"/>
                </a:cubicBezTo>
                <a:close/>
              </a:path>
            </a:pathLst>
          </a:custGeom>
          <a:solidFill>
            <a:srgbClr val="ffffff">
              <a:alpha val="16000"/>
            </a:srgb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60960" y="1323000"/>
            <a:ext cx="8745120" cy="374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4"/>
          </p:nvPr>
        </p:nvSpPr>
        <p:spPr>
          <a:xfrm>
            <a:off x="3444480" y="5255640"/>
            <a:ext cx="3191760" cy="3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5"/>
          </p:nvPr>
        </p:nvSpPr>
        <p:spPr>
          <a:xfrm>
            <a:off x="7104600" y="5255640"/>
            <a:ext cx="2301480" cy="3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dt" idx="6"/>
          </p:nvPr>
        </p:nvSpPr>
        <p:spPr>
          <a:xfrm>
            <a:off x="674280" y="5255640"/>
            <a:ext cx="2351520" cy="30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file:///home/nick/&#1047;&#1072;&#1075;&#1088;&#1091;&#1079;&#1082;&#1080;/Telegram Desktop/video_2025-11-14_23-17-18.mp4" TargetMode="External"/><Relationship Id="rId2" Type="http://schemas.microsoft.com/office/2007/relationships/media" Target="file:///home/nick/&#1047;&#1072;&#1075;&#1088;&#1091;&#1079;&#1082;&#1080;/Telegram Desktop/video_2025-11-14_23-17-18.mp4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-36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Arial"/>
              </a:rPr>
              <a:t>Государственное бюджетное </a:t>
            </a: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Arial"/>
              </a:rPr>
              <a:t>общеобразовательное </a:t>
            </a: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Arial"/>
              </a:rPr>
              <a:t>учреждение</a:t>
            </a:r>
            <a:br>
              <a:rPr sz="1600"/>
            </a:b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Arial"/>
              </a:rPr>
              <a:t>города Москвы «Школа </a:t>
            </a: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Arial"/>
              </a:rPr>
              <a:t>№1580»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77832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171360"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Arial"/>
              </a:rPr>
              <a:t>IT -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Arial"/>
              </a:rPr>
              <a:t>Инкубатор/Хо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Arial"/>
              </a:rPr>
              <a:t>стинг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Arial"/>
              </a:rPr>
              <a:t>провайдер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172560" y="3657600"/>
            <a:ext cx="3889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Участники: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Microsoft YaHei"/>
              </a:rPr>
              <a:t>Ученики 10 </a:t>
            </a: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«Г» класса ГБОУ Школа №1580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Мельников Николай Александрович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Старовойтов Ярослав Игоревич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Савенков Константин Алексеевич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Руководитель: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Гришина Арина Александровна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114800" y="5257800"/>
            <a:ext cx="160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Москва, 2025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Введение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Oxnack — это комплексная IT-платформа, предоставляющая полный цикл услуг для разработки, запуска и поддержки digital-проектов. Мы объединяем в себе аренду серверов, IT-инкубацию для стартапов и профессиональную инфраструктуру для разработчиков.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Актуальность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Недостаток комплексной поддержки IT-стартапов на ранних этапах.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Сложность настройки и управления серверной инфраструктурой.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Высокие затраты на запуск и поддержку проектов.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Отсутствие доступных инструментов для малых команд и индивидуальных разработчиков.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Цель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проекта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Создание универсальной IT-платформы, которая предоставляет: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Аренду серверов с автоматической настройкой.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Инкубацию проектов: от идеи до реализации.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Полную инфраструктуру: домены, сервера, маркетинг.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Условия оплаты по модели успеха: платите, когда проект начинает приносить прибыль.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-1465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  <a:ea typeface="Arial"/>
              </a:rPr>
              <a:t>Задачи проекта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86000" y="720000"/>
            <a:ext cx="8873640" cy="47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1. Разработка современного пользовательского интерфейса (HTML, CSS, JS).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2. Реализация системы аутентификации и регистрации с верификацией по email.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3. Интеграция с Proxmox для автоматизации создания и управления виртуальными серверами.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4. Настройка сети и безопасности через pfSense.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5. Реализация личного кабинета для управления услугами и балансом.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6. Создание Telegram-ботов для поддержки и обработки заявок.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accent6">
                    <a:lumMod val="50000"/>
                  </a:schemeClr>
                </a:solidFill>
                <a:latin typeface="Arial"/>
              </a:rPr>
              <a:t>Технологическ</a:t>
            </a:r>
            <a:r>
              <a:rPr b="0" lang="ru-RU" sz="3200" spc="-1" strike="noStrike">
                <a:solidFill>
                  <a:schemeClr val="accent6">
                    <a:lumMod val="50000"/>
                  </a:schemeClr>
                </a:solidFill>
                <a:latin typeface="Arial"/>
              </a:rPr>
              <a:t>ий стек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39720" y="1440000"/>
            <a:ext cx="7279920" cy="35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Frontend: HTML5, CSS3, JavaScript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Backend: Python (Flask)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База данных: PostgreSQL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Инфраструктура: Proxmox VE, pfSense, iRedMail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Дополнительно: REST API, SMTP-рассылки, Telegram Bot API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5160" y="18000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accent6">
                    <a:lumMod val="50000"/>
                  </a:schemeClr>
                </a:solidFill>
                <a:latin typeface="Arial"/>
              </a:rPr>
              <a:t>Ключевые возможности платформы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900000" y="1260000"/>
            <a:ext cx="7878600" cy="42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Автоматическая аренда серверов: выбор ОС, конфигурации CPU, RAM, SSD.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Управление услугами: запуск, остановка, перезагрузка серверов через личный кабинет.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Безопасность: сессии, верификация, защита данных.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Гибкая оплата: пополнение баланса, списание по факту использования.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Поддержка: Telegram-бот для коммуникации и обработки предложений.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5520" y="31572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Важно: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40000" y="1691640"/>
            <a:ext cx="8754480" cy="226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000" spc="-1" strike="noStrike">
                <a:solidFill>
                  <a:srgbClr val="000000"/>
                </a:solidFill>
                <a:latin typeface="Arial"/>
              </a:rPr>
              <a:t>Мы создали полностью собственный биллинг vps серверов интегрированный с proxmox, pfsense и почтовиком, а НЕ подняли готовый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28600" y="1324440"/>
            <a:ext cx="4342680" cy="270180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2"/>
          <a:stretch/>
        </p:blipFill>
        <p:spPr>
          <a:xfrm>
            <a:off x="5715360" y="1324440"/>
            <a:ext cx="3872880" cy="274248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228600" y="4026960"/>
            <a:ext cx="4346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Дизайн страницы с арендой серверов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715360" y="4067640"/>
            <a:ext cx="3889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  <a:ea typeface="Arial"/>
              </a:rPr>
              <a:t>Дизайн страницы входа в аккаунт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536040" y="2505240"/>
            <a:ext cx="4367520" cy="25174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5229000" y="266760"/>
            <a:ext cx="4882680" cy="230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18920" y="56160"/>
            <a:ext cx="86414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Диаграмма страниц сайта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1197000" y="1002960"/>
            <a:ext cx="7475760" cy="447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39640" y="540000"/>
            <a:ext cx="8640000" cy="48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accent6">
                    <a:lumMod val="50000"/>
                  </a:schemeClr>
                </a:solidFill>
                <a:latin typeface="Arial"/>
              </a:rPr>
              <a:t>С чего всё начиналось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1768320" y="1171800"/>
            <a:ext cx="5971320" cy="429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51240" y="22716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accent6">
                    <a:lumMod val="50000"/>
                  </a:schemeClr>
                </a:solidFill>
                <a:latin typeface="Arial"/>
              </a:rPr>
              <a:t>Результаты: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40000" y="1620000"/>
            <a:ext cx="8819640" cy="32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Создана полнофункциональная IT-платформа с системой аренды серверов.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Реализована модель IT-инкубатора с поддержкой проектов на всех этапах.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Обеспечена безопасность и масштабируемость решения.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Платформа готова к использованию малыми командами и стартапами.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Выводы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300960" y="1371600"/>
            <a:ext cx="9071280" cy="328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Oxnack — это не просто хостинг, а партнёр для вашего IT-проекта. Мы предоставляем инфраструктуру, поддержку и условия, которые позволяют сосредоточиться на разработке, а не на технических сложностях. Наша цель — сделать запуск и развитие digital-проектов доступным для каждого.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00960" y="377280"/>
            <a:ext cx="90712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  <a:ea typeface="Arial"/>
              </a:rPr>
              <a:t>Спасибо за внимание!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40000" y="1575720"/>
            <a:ext cx="8754480" cy="94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2200" spc="-1" strike="noStrike">
                <a:solidFill>
                  <a:srgbClr val="000000"/>
                </a:solidFill>
                <a:latin typeface="Arial"/>
              </a:rPr>
              <a:t>*Это не финальный вид презентации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ial">
  <a:themeElements>
    <a:clrScheme name="Official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Классическая 2">
      <a:majorFont>
        <a:latin typeface="Arial" pitchFamily="0" charset="1"/>
        <a:ea typeface="Arial" pitchFamily="0" charset="1"/>
        <a:cs typeface="Arial" pitchFamily="0" charset="1"/>
      </a:majorFont>
      <a:minorFont>
        <a:latin typeface="Arial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2025-11-08T12:13:04Z</dcterms:created>
  <dc:creator/>
  <dc:description/>
  <dc:language>en-US</dc:language>
  <cp:lastModifiedBy/>
  <dcterms:modified xsi:type="dcterms:W3CDTF">2025-12-08T19:50:34Z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21</vt:i4>
  </property>
  <property fmtid="{D5CDD505-2E9C-101B-9397-08002B2CF9AE}" pid="4" name="Slides">
    <vt:i4>21</vt:i4>
  </property>
</Properties>
</file>